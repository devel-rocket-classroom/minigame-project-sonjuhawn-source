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CGxZrZMm6utDYKy9fub8HAj60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://monsterprojectile.c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2926080"/>
            <a:ext cx="1371600" cy="7315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핵앤 슬래시/로그라이크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Malgun Gothic"/>
              <a:buNone/>
            </a:pPr>
            <a:r>
              <a:rPr b="1" lang="en-US" sz="5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 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5C0"/>
              </a:buClr>
              <a:buSzPts val="1600"/>
              <a:buFont typeface="Malgun Gothic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5760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발표자: </a:t>
            </a:r>
            <a:r>
              <a:rPr lang="en-US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기맞플밍 8기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손주환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6126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5C0"/>
              </a:buClr>
              <a:buSzPts val="1200"/>
              <a:buFont typeface="Malgun Gothic"/>
              <a:buNone/>
            </a:pPr>
            <a:r>
              <a:rPr lang="en-US" sz="1200">
                <a:solidFill>
                  <a:srgbClr val="B0B5C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2026/06.08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23774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554480" y="2377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554480" y="27889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장르 / 기술 스택 / 일정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217920" y="23774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132320" y="2377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132320" y="27889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컨트롤 / 콤보 / 스탯 / FSM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3566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554480" y="35661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554480" y="39776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/ 엘리트 / 원거리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17920" y="3566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132320" y="35661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132320" y="39776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/ 패턴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47548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554480" y="47548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· 시스템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54480" y="51663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HUD / 웨이브 / 상점 / 골드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0" y="47548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132320" y="47548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회고 · Q&amp;A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132320" y="51663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도전 과제 / 배운 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· PROJECT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검은사막(BDO) 스타일의 액션 핵 앤 슬래시 · 웨이브 기반 미니게임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장르 · 컨셉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31520" y="3154680"/>
            <a:ext cx="32918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장르: Action Hack &amp; Slash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웨이브 </a:t>
            </a: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5스테이지 + 보스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컨셉: </a:t>
            </a: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검은사막 캐릭터 조작 + 로그라이크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 게임:</a:t>
            </a: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검은사막/검은사막m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29768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57200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스택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0" y="3154680"/>
            <a:ext cx="32918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엔진: Unity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FSM (Player/Monster)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(Boss)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ScriptableObject 기반</a:t>
            </a:r>
            <a:endParaRPr b="0" i="0" sz="1300" u="none" cap="none" strike="noStrike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Singleton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13816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41248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일정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412480" y="3154680"/>
            <a:ext cx="32918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W1: 코어 전투 + 몬스터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</a:t>
            </a: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2: 보스 + 웨이브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W3: 폴리시 + 밸런싱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 기간:</a:t>
            </a: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3주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 버전: </a:t>
            </a: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.0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CHARACTER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— 컨트롤 &amp; 콤보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InputSystem 기반 · 콤보 버퍼 · 스태미나 게이트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22860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매핑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2743200"/>
            <a:ext cx="5029200" cy="4572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40080" y="2743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LMB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103120" y="2743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3타 콤보 · 스태미나 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40080" y="3291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RMB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3120" y="32918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강공 콤보 · 스태미나 -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3840480"/>
            <a:ext cx="5029200" cy="4572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40080" y="38404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103120" y="38404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회피 (i-frame · 입력 방향)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4389120"/>
            <a:ext cx="50292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40080" y="43891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b="1" lang="en-US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b="1" i="0" lang="en-US" sz="14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103120" y="4389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포션 소모</a:t>
            </a:r>
            <a:r>
              <a:rPr b="0" i="0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943600" y="228600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핵심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943600" y="2743200"/>
            <a:ext cx="5760600" cy="23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300"/>
              <a:buFont typeface="Malgun Gothic"/>
              <a:buChar char="•"/>
            </a:pPr>
            <a:r>
              <a:rPr b="0" i="0" lang="en-US" sz="13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콤보 버퍼 — 다음 입력 선행 수용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D29"/>
              </a:buClr>
              <a:buSzPts val="1300"/>
              <a:buFont typeface="Malgun Gothic"/>
              <a:buChar char="•"/>
            </a:pPr>
            <a:r>
              <a:rPr b="0" i="0" lang="en-US" sz="13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스태미나 — 라이트 회복 / 헤비·</a:t>
            </a:r>
            <a:r>
              <a:rPr lang="en-US" sz="13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닷지</a:t>
            </a:r>
            <a:r>
              <a:rPr b="0" i="0" lang="en-US" sz="13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소비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D29"/>
              </a:buClr>
              <a:buSzPts val="1300"/>
              <a:buFont typeface="Malgun Gothic"/>
              <a:buChar char="•"/>
            </a:pPr>
            <a:r>
              <a:rPr b="0" i="0" lang="en-US" sz="13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FSM gating — 상태별 입력 차단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D29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StateMachineBehaviour을 사용해 애니메이터에 상태 type, </a:t>
            </a:r>
            <a:endParaRPr sz="13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45720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index 부착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CHARACTER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— 시스템 구조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155448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FSM · 스탯 · 데미지 계산 · </a:t>
            </a:r>
            <a:r>
              <a:rPr lang="en-US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애니메이션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기반 히트박스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2468880"/>
            <a:ext cx="27432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FSM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31520" y="3154680"/>
            <a:ext cx="23774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Idle / Moving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eavyAttackin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Dodging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Damaged / Dead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383280" y="2468880"/>
            <a:ext cx="27432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38328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657600" y="26517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657600" y="3154680"/>
            <a:ext cx="23774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 —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 증가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AGI —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이동속도, 공격속도 증가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 —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체력 최대치 증가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 —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스테미나 최대치 증가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309360" y="2468880"/>
            <a:ext cx="2560200" cy="3474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309360" y="2468880"/>
            <a:ext cx="91500" cy="34746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583680" y="2651760"/>
            <a:ext cx="219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Animation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583680" y="3154680"/>
            <a:ext cx="21945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anim event 기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히트박스 on/of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AnyState→Dodge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anim.Play 강제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04672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MONSTERS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 — 3종 분류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FSM 베이스 · 타입별 차별화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40080" y="2468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(Melee)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40080" y="30175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400"/>
              <a:buFont typeface="Malgun Gothic"/>
              <a:buNone/>
            </a:pPr>
            <a:r>
              <a:rPr b="0" i="1" lang="en-US" sz="14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추격형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22960" y="3657600"/>
            <a:ext cx="2926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22960" y="365760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[이미지/스크린샷]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40080" y="5577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몬스터(기본공격)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297680" y="2468880"/>
            <a:ext cx="3657600" cy="4572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480560" y="2468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엘리트 (Telegraph)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480560" y="30175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400"/>
              <a:buFont typeface="Malgun Gothic"/>
              <a:buNone/>
            </a:pPr>
            <a:r>
              <a:rPr b="0" i="1" lang="en-US" sz="14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예고 후 강공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663440" y="3657600"/>
            <a:ext cx="2926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663440" y="365760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[이미지/스크린샷]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480560" y="5577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엘리트 몬스터(차징형 공격)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138160" y="2468880"/>
            <a:ext cx="3657600" cy="457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321040" y="2468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원거리 (Ranged)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321040" y="30175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400"/>
              <a:buFont typeface="Malgun Gothic"/>
              <a:buNone/>
            </a:pPr>
            <a:r>
              <a:rPr b="0" i="1" lang="en-US" sz="14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투사체 + Kiting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503920" y="3657600"/>
            <a:ext cx="2926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8503920" y="365760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[이미지/스크린샷]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321040" y="5577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원거리 몬스터(원거리 공격)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3657600"/>
            <a:ext cx="2926099" cy="182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450" y="3657600"/>
            <a:ext cx="2926101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3900" y="3657600"/>
            <a:ext cx="2926099" cy="182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MONSTERS · MELEE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lang="en-US" sz="36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</a:t>
            </a: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Monster1 · Turnipa · 가장 기본형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097280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" y="2644150"/>
            <a:ext cx="5486399" cy="303276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6191860" y="2285990"/>
            <a:ext cx="548640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191860" y="2285990"/>
            <a:ext cx="91500" cy="36576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466180" y="2468870"/>
            <a:ext cx="512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몬스터 특징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466180" y="2971790"/>
            <a:ext cx="51207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피격 시 attackpower </a:t>
            </a: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데미지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몬스터는 즉시 공격</a:t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약간의 공격 쿨타임이 있음</a:t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t/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MONSTERS · ELITE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엘리트 몬스터 — Telegraph 공격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Monster2 · Devil Tree Wither · 예고 모션 후 강공격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57200" y="2286000"/>
            <a:ext cx="685800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86000"/>
            <a:ext cx="6858001" cy="376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7580850" y="2286000"/>
            <a:ext cx="421440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580850" y="2286000"/>
            <a:ext cx="70200" cy="36576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791575" y="2468880"/>
            <a:ext cx="39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엘리트 몬스터</a:t>
            </a:r>
            <a:r>
              <a:rPr b="1" lang="en-US" sz="18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8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791575" y="2971800"/>
            <a:ext cx="39336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Telegraph 2초 동안 강공 예고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회피 시 캔슬 가능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맞으면 HeavyAttackPower 데미지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광역 공격 이펙트 발생</a:t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1" marL="9144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○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 게임 시작에 로딩해서 최초시전시 렉 방지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MONSTERS · RANGED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원거리 몬스터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155448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Monster3 · Beez Honey · 거리 유지 + 발사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2377440"/>
            <a:ext cx="566928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57200" y="2377440"/>
            <a:ext cx="91440" cy="3657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731520" y="25603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행동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53235" y="3063250"/>
            <a:ext cx="2419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거리 유지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너무 가까우면 후퇴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적정 거리에서 투사체 발사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애니메이션 이벤트로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발사 타이밍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설정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309360" y="2377440"/>
            <a:ext cx="548640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309360" y="2377440"/>
            <a:ext cx="91440" cy="36576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583680" y="25603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투사체 시스템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583680" y="3063240"/>
            <a:ext cx="51207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MonsterProjectile.cs로 투사체에 부착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 태그 무시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 자식 콜라이더 무시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lifetime 5초 자동 파괴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충돌시 폭팔 이펙트 효과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09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298" y="2377450"/>
            <a:ext cx="2847372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BOSS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— Behavior Tree </a:t>
            </a:r>
            <a:r>
              <a:rPr b="1" lang="en-US" sz="36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Custom BT · Blackboard 패턴 · ScriptableObject 데이터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57200" y="2286000"/>
            <a:ext cx="1124712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 </a:t>
            </a: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85999"/>
            <a:ext cx="6782805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7340175" y="2331725"/>
            <a:ext cx="4364100" cy="3612000"/>
          </a:xfrm>
          <a:prstGeom prst="rect">
            <a:avLst/>
          </a:prstGeom>
          <a:solidFill>
            <a:srgbClr val="F5F6FA"/>
          </a:solidFill>
          <a:ln cap="flat" cmpd="sng" w="10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75" lIns="75775" spcFirstLastPara="1" rIns="75775" wrap="square" tIns="7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7340175" y="2331725"/>
            <a:ext cx="72900" cy="3612000"/>
          </a:xfrm>
          <a:prstGeom prst="rect">
            <a:avLst/>
          </a:prstGeom>
          <a:solidFill>
            <a:srgbClr val="E63946"/>
          </a:solidFill>
          <a:ln cap="flat" cmpd="sng" w="10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75" lIns="75775" spcFirstLastPara="1" rIns="75775" wrap="square" tIns="7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7558379" y="2512310"/>
            <a:ext cx="4073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492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투사체 시스템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7558379" y="3008918"/>
            <a:ext cx="4073100" cy="28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Char char="●"/>
            </a:pPr>
            <a:r>
              <a:rPr b="0" i="0" lang="en-US" sz="13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MonsterProjectile.cs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투사체에 부착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 태그 무시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 자식 콜라이더 무시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lifetime 5초 자동 파괴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충돌시 폭팔 이펙트 효과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BOSS · 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— 공격 패턴 3종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거리 기반 패턴 선택 · 쿨다운 관리 · Telegraph 시스템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457200" y="2468880"/>
            <a:ext cx="3657600" cy="5486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40080" y="24688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근접 공격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40080" y="3200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1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발동 조건: attackRange 이내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40080" y="365760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[모션 / 데미지 / 쿨다운]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 -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 -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 -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[특이사항]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4297680" y="2468880"/>
            <a:ext cx="3657600" cy="5486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480560" y="24688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차징 (Charge)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480560" y="3200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1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발동 조건: chargeRange 이상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480560" y="365760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[모션 / 데미지 / 쿨다운]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 -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 -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 -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[특이사항]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8138160" y="2468880"/>
            <a:ext cx="3657600" cy="5486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8321040" y="24688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원거리 투사체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321040" y="3200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1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발동 조건: rangedRange 이내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321040" y="365760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[모션 / 데미지 / 쿨다운]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 -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 -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 -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[특이사항]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·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— HUD &amp; 패널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HUD · 일시정지 · 상점 · 스탯 분배 · PauseManager 중앙집중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HUD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31520" y="3154680"/>
            <a:ext cx="32918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[HpBar · StaminaBar]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[ExpBar · GoldHud]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[PotionHud (쿨/잔량)]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[BossHpBar (첫 피격 시)]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[ToastManager]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429768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457200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Panel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4572000" y="3154680"/>
            <a:ext cx="32918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[StartPanel — 메인 메뉴]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[PauseUI (ESC)]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[StatDistributionPanel]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[ShopUI]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[ClearUI / RestartPanel]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813816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841248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PauseManager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8412480" y="3154680"/>
            <a:ext cx="32918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[pauseCount 기반 다중 UI]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[ApplyCursor — 자동 제어]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[모든 패널 통합]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[다중 패널 닫기 순서 안전]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[게임상태 전환 예외 처리]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12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· SYSTEM · WAVE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— 웨이브 관리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WaveData SO · 5단계 흐름 · 보스 스폰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57200" y="2468880"/>
            <a:ext cx="21031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45720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2560320" y="2468880"/>
            <a:ext cx="182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2743200" y="2468880"/>
            <a:ext cx="21031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274320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Spawn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846320" y="2468880"/>
            <a:ext cx="182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029200" y="2468880"/>
            <a:ext cx="21031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502920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Fight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7132320" y="2468880"/>
            <a:ext cx="182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7315200" y="2468880"/>
            <a:ext cx="21031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731520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Clear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9418320" y="2468880"/>
            <a:ext cx="182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9601200" y="2468880"/>
            <a:ext cx="21031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960120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457200" y="3840480"/>
            <a:ext cx="5577840" cy="21031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457200" y="3840480"/>
            <a:ext cx="91440" cy="21031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731520" y="40233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WaveData (SO)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731520" y="4526280"/>
            <a:ext cx="52120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[spawnEntries — 몬스터 + 카운트]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[waveDelay / spawnDuration]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[bossPrefabOverride]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[웨이브별 난이도 곡선]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6217920" y="3840480"/>
            <a:ext cx="5577840" cy="21031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6217920" y="3840480"/>
            <a:ext cx="91440" cy="21031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6492240" y="40233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흐름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6492240" y="4526280"/>
            <a:ext cx="52120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[OnWaveStart / OnWaveCleared]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[OnAliveCountChanged]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[OnAllWavesCleared → 보스 스폰]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[BossHealth.OnDeath → 클리어]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· SYSTEM · ECONOMY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— 경제 &amp; 진행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· EXP · Potion · Shop · 레벨업 곡선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457200" y="2468880"/>
            <a:ext cx="27432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731520" y="3154680"/>
            <a:ext cx="23774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[몬스터 처치 시 획득]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[Monster별 차등]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[상점 화폐]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[총 누적 (5웨이브):]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3383280" y="2468880"/>
            <a:ext cx="27432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338328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3657600" y="26517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 &amp; Level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3657600" y="3154680"/>
            <a:ext cx="23774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[ExpForLevel = 50+(lv-1)*10]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[pointsPerLevel: 2]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[STR/AGI/VIT/STA 분배]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[레벨업 → 스탯 UI]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6309360" y="2468880"/>
            <a:ext cx="27432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630936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6583680" y="26517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Potion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6583680" y="3154680"/>
            <a:ext cx="23774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[max 2 → 상점 업그레이드]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[Heal % HP]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[cooldown 3s]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[웨이브 클리어 시 복구]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9235440" y="2468880"/>
            <a:ext cx="256032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923544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9509760" y="26517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9509760" y="3154680"/>
            <a:ext cx="219456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[포션 +1: 15g]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[HP 회복: 10g]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[랜덤 스탯: 4g]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[예산 균형 설계]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14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BDO-style Action Hack &amp; Slash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9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/>
          <p:nvPr/>
        </p:nvSpPr>
        <p:spPr>
          <a:xfrm>
            <a:off x="457200" y="4846320"/>
            <a:ext cx="1371600" cy="7315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WRAP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algun Gothic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회고 &amp; Q&amp;A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배운 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457200" y="27432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[기술적으로 배운 점]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[FSM vs BT 적용 경험]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[밸런싱 / 인플레이션 해결]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[추가]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도전 과제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6400800" y="27432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[보스 BT 설계 시행착오]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[셰이더 컴파일 렉 대응]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[다중 UI 커서 충돌 해결]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[추가]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57200" y="5120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Thank you · Q&amp;A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5C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B0B5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손주환  ·  sonjuhawn@gmail.com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2026-06-07T07:39:05Z</dcterms:created>
  <dc:creator>손주환</dc:creator>
</cp:coreProperties>
</file>