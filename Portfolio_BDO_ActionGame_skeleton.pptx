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0"/>
            <a:ext cx="13716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BDO-STYLE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Hack &amp; Slash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Unity URP · FSM · Behavior Tree · ScriptableObject-driven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손주환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[발표 일자]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54480" y="2377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 / 기술 스택 / 일정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0" y="2377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132320" y="23774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 / 콤보 / 스탯 / FSM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554480" y="3566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몬스터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977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/ 엘리트 / 원거리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35661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132320" y="3566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3977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Behavior Tree / 패턴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554480" y="4754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· 시스템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166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/ 웨이브 / 상점 / 골드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4754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7132320" y="4754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· Q&amp;A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32320" y="5166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과제 / 배운 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BDO-style Action Hack &amp; Slash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검은사막(BDO) 스타일의 액션 핵 앤 슬래시 · 웨이브 기반 미니게임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91440" cy="34747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장르 · 컨셉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2918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[장르: Action Hack &amp; Slash]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[웨이브 기반 5스테이지 + 보스]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[목표 컨셉:]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[참고 게임:]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[차별화 포인트:]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468880"/>
            <a:ext cx="36576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2468880"/>
            <a:ext cx="91440" cy="34747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32918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[엔진: Unity URP]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[Input System]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[FSM (Player/Monster)]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[Behavior Tree (Boss)]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[ScriptableObject 기반]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468880"/>
            <a:ext cx="36576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2468880"/>
            <a:ext cx="91440" cy="34747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일정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3154680"/>
            <a:ext cx="32918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[W1: 코어 전투 + 몬스터]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[W2: 보스 + 웨이브]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[W3: 폴리시 + 밸런싱]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[작업 기간:]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[빌드 버전: v0.3.0]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BDO-style Action Hack &amp; Slash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CHARACTER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— 컨트롤 &amp; 콤보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InputSystem 기반 · 콤보 버퍼 · 스태미나 게이트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매핑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029200" cy="45720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LMB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3타 콤보 · 스태미나 +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RMB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강공 콤보 · 스태미나 -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029200" cy="45720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0312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회피 (i-frame · 입력 방향)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5029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89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[빈 슬롯]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43891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[추가 액션]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22860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핵심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2743200"/>
            <a:ext cx="5760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콤보 버퍼 — 다음 입력 선행 수용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스태미나 — 라이트 회복 / 헤비·도지 소비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 gating — 상태별 입력 차단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[추가 설명 들어갈 자리]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[설명 또는 코드 스니펫]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BDO-style Action Hack &amp; Slash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CHARACTER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— 시스템 구조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 · 스탯 · 데미지 계산 · 애님 이벤트 기반 히트박스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7432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91440" cy="34747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2377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[Idle / Moving]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[Attacking]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[HeavyAttacking]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[Dodging]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[Damaged / Dead]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468880"/>
            <a:ext cx="27432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468880"/>
            <a:ext cx="91440" cy="34747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3154680"/>
            <a:ext cx="2377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[STR — damage]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[AGI — move/anim speed]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[VIT — HP]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[STA — stamina]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[레벨업 시 분배]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468880"/>
            <a:ext cx="27432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468880"/>
            <a:ext cx="91440" cy="34747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Damage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3154680"/>
            <a:ext cx="2377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[baseDmg + (STR-10)]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[× AttackType multi]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[anim event hitbox]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[HashSet 중복 방지]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35440" y="2468880"/>
            <a:ext cx="256032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0" y="2468880"/>
            <a:ext cx="91440" cy="34747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Animation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09760" y="315468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[anim event 기반]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[히트박스 on/off]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[AnyState→Dodge]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[anim.Play 강제]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BDO-style Action Hack &amp; Slash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MONSTERS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몬스터 — 3종 분류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FSM 베이스 · 타입별 차별화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3657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(Melee)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추격형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2926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6576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[이미지/스크린샷]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577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[특이점 한 줄]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468880"/>
            <a:ext cx="36576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468880"/>
            <a:ext cx="365760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엘리트 (Telegraph)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예고 후 강공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3657600"/>
            <a:ext cx="2926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6576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[이미지/스크린샷]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5577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[특이점 한 줄]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2468880"/>
            <a:ext cx="36576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468880"/>
            <a:ext cx="36576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468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원거리 (Ranged)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투사체 + Kiting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03920" y="3657600"/>
            <a:ext cx="2926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36576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[이미지/스크린샷]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21040" y="5577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[특이점 한 줄]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BDO-style Action Hack &amp; Slash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MONSTERS · MELEE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몬스터 — FSM 기반 근접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Monster1 · Turnipa · 가장 기본형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[FSM 다이어그램]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Idle → Chase → Attack → Damaged → Dead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(이미지 또는 도식 삽입)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286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능력치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[값]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[값]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[값]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[값]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4389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[추가 필드]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0" y="4389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[값]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5029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[특이사항 / 행동 패턴 메모]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BDO-style Action Hack &amp; Slash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MONSTERS · ELITE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엘리트 몬스터 — Telegraph 공격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Monster2 · Devil Tree Wither · 예고 모션 후 강공격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6858000" cy="365760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6858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[Telegraph 타임라인 도식]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Chase → Telegraph (2s) → Heavy Attack → Recovery (1.5s) → Chase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(예고 → 회피 가능 윈도우 표현)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특징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0" y="274320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Telegraph 2초 동안 강공 예고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회피 시 캔슬 가능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맞으면 HeavyAttackPower 데미지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[광역 이펙트 / 사운드]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[추가 특이사항]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BDO-style Action Hack &amp; Slash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MONSTERS · RANGED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원거리 몬스터 — Kiting 투사체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Monster3 · Beez Honey · 거리 유지 + 발사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377440"/>
            <a:ext cx="5669280" cy="365760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77440"/>
            <a:ext cx="91440" cy="365760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60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행동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53035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[거리 유지 (Kite Distance)]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[너무 가까우면 후퇴]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[적정 거리에서 투사체 발사]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[애님 이벤트로 발사 타이밍]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[muzzleLocalOffset 위치]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377440"/>
            <a:ext cx="5486400" cy="365760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377440"/>
            <a:ext cx="91440" cy="365760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560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투사체 시스템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3063240"/>
            <a:ext cx="51206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[MonsterProjectile.cs]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[Init(damage, speed, direction)]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[OnTriggerEnter — Monster 태그 무시]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[parent guard — 자기 자식 콜라이더 무시]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[lifetime 5초 자동 파괴]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BDO-style Action Hack &amp; Slash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BOSS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— Behavior Tree 아키텍처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 BT · Blackboard 패턴 · ScriptableObject 데이터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3657600"/>
          </a:xfrm>
          <a:prstGeom prst="rect">
            <a:avLst/>
          </a:prstGeom>
          <a:solidFill>
            <a:srgbClr val="F5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11247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[BT 트리 다이어그램 — 도식 또는 스크린샷]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Selector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├ ContinueCharge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├ ContinueTelegraph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├ Sequence (CheckDistance → DecidePattern → AttackSelector)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│  └ Melee | Charge | Ranged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└ Chase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BDO-style Action Hack &amp; Slash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BOSS · PATTERNS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보스 — 공격 패턴 3종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거리 기반 패턴 선택 · 쿨다운 관리 · Telegraph 시스템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365760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근접 공격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발동 조건: attackRange 이내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[모션 / 데미지 / 쿨다운]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-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-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-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[특이사항]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468880"/>
            <a:ext cx="36576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2468880"/>
            <a:ext cx="3657600" cy="54864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차징 (Charge)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발동 조건: chargeRange 이상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80560" y="36576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[모션 / 데미지 / 쿨다운]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-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-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-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[특이사항]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468880"/>
            <a:ext cx="36576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2468880"/>
            <a:ext cx="365760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4688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원거리 투사체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발동 조건: rangedRange 이내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36576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[모션 / 데미지 / 쿨다운]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-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-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-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[특이사항]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BDO-style Action Hack &amp; Slash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UI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— HUD &amp; 패널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 · 일시정지 · 상점 · 스탯 분배 · PauseManager 중앙집중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36576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91440" cy="34747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32918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[HpBar · StaminaBar]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[ExpBar · GoldHud]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[PotionHud (쿨/잔량)]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[BossHpBar (첫 피격 시)]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[ToastManager]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468880"/>
            <a:ext cx="36576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2468880"/>
            <a:ext cx="91440" cy="34747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Panel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32918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[StartPanel — 메인 메뉴]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[PauseUI (ESC)]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[StatDistributionPanel]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[ShopUI]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[ClearUI / RestartPanel]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468880"/>
            <a:ext cx="36576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2468880"/>
            <a:ext cx="91440" cy="34747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2651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PauseManager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3154680"/>
            <a:ext cx="32918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[pauseCount 기반 다중 UI]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[ApplyCursor — 자동 제어]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[모든 패널 통합]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[다중 패널 닫기 순서 안전]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[게임상태 전환 예외 처리]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BDO-style Action Hack &amp; Slash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SYSTEM · WAVE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— 웨이브 관리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WaveData SO · 5단계 흐름 · 보스 스폰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1031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0" y="24688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2468880"/>
            <a:ext cx="21031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Spawn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46320" y="24688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0" y="2468880"/>
            <a:ext cx="21031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Fight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24688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0" y="2468880"/>
            <a:ext cx="21031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18320" y="2468880"/>
            <a:ext cx="182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601200" y="2468880"/>
            <a:ext cx="210312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0" y="24688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5577840" cy="21031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40480"/>
            <a:ext cx="91440" cy="21031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23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WaveData (SO)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[spawnEntries — 몬스터 + 카운트]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[waveDelay / spawnDuration]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[bossPrefabOverride]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[웨이브별 난이도 곡선]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17920" y="3840480"/>
            <a:ext cx="5577840" cy="21031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840480"/>
            <a:ext cx="91440" cy="21031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0233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흐름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92240" y="452628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[OnWaveStart / OnWaveCleared]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[OnAliveCountChanged]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[OnAllWavesCleared → 보스 스폰]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[BossHealth.OnDeath → 클리어]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BDO-style Action Hack &amp; Slash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SYSTEM · ECONOMY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— 경제 &amp; 진행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 · EXP · Potion · Shop · 레벨업 곡선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7432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91440" cy="34747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Gold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2377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[몬스터 처치 시 획득]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[Monster별 차등]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[상점 화폐]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[총 누적 (5웨이브):]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468880"/>
            <a:ext cx="27432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2468880"/>
            <a:ext cx="91440" cy="34747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 &amp; Level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0" y="3154680"/>
            <a:ext cx="2377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[ExpForLevel = 50+(lv-1)*10]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[pointsPerLevel: 2]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[STR/AGI/VIT/STA 분배]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[레벨업 → 스탯 UI]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2468880"/>
            <a:ext cx="274320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2468880"/>
            <a:ext cx="91440" cy="34747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651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3154680"/>
            <a:ext cx="2377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[max 2 → 상점 업그레이드]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[Heal % HP]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[cooldown 3s]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[웨이브 클리어 시 복구]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35440" y="2468880"/>
            <a:ext cx="2560320" cy="3474720"/>
          </a:xfrm>
          <a:prstGeom prst="rect">
            <a:avLst/>
          </a:prstGeom>
          <a:solidFill>
            <a:srgbClr val="F5F6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0" y="2468880"/>
            <a:ext cx="91440" cy="3474720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0" y="2651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509760" y="315468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[포션 +1: 15g]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[HP 회복: 10g]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[랜덤 스탯: 4g]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[예산 균형 설계]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BDO-style Action Hack &amp; Slash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846320"/>
            <a:ext cx="13716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회고 &amp; Q&amp;A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배운 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[기술적으로 배운 점]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[FSM vs BT 적용 경험]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[밸런싱 / 인플레이션 해결]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[추가]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39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과제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27432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[보스 BT 설계 시행착오]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[셰이더 컴파일 렉 대응]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[다중 UI 커서 충돌 해결]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[추가]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 · Q&amp;A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5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손주환  ·  sonjuhawn@gmail.com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BDO-style Action Hack &amp; Slash</dc:title>
  <dc:subject>PptxGenJS Presentation</dc:subject>
  <dc:creator>손주환</dc:creator>
  <cp:lastModifiedBy>손주환</cp:lastModifiedBy>
  <cp:revision>1</cp:revision>
  <dcterms:created xsi:type="dcterms:W3CDTF">2026-06-07T07:39:05Z</dcterms:created>
  <dcterms:modified xsi:type="dcterms:W3CDTF">2026-06-07T07:39:05Z</dcterms:modified>
</cp:coreProperties>
</file>